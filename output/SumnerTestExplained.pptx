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Sumner Test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The Sumner Test is a psychological assessment used to evaluate cognitive abilities. It involves a series of tasks designed to measure various aspects of intelligence and reasoning.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